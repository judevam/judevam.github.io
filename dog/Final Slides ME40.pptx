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Overpass Black"/>
      <p:bold r:id="rId24"/>
      <p:boldItalic r:id="rId25"/>
    </p:embeddedFont>
    <p:embeddedFont>
      <p:font typeface="Overpass ExtraBold"/>
      <p:bold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AD84D8-8AE9-42AE-A4E8-408080023D1B}">
  <a:tblStyle styleId="{13AD84D8-8AE9-42AE-A4E8-408080023D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OverpassBlack-bold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verpassExtraBold-bold.fntdata"/><Relationship Id="rId25" Type="http://schemas.openxmlformats.org/officeDocument/2006/relationships/font" Target="fonts/OverpassBlack-boldItalic.fntdata"/><Relationship Id="rId28" Type="http://schemas.openxmlformats.org/officeDocument/2006/relationships/font" Target="fonts/Overpass-regular.fntdata"/><Relationship Id="rId27" Type="http://schemas.openxmlformats.org/officeDocument/2006/relationships/font" Target="fonts/Overpass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verpas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a2c7fa14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4a2c7fa14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a2c7fa14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a2c7fa14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878CF0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*These are our highest priority needs/requirements - there are many more</a:t>
            </a:r>
            <a:endParaRPr sz="12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a765628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4a765628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878CF0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6d235cf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6d235cf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a2c7fa146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4a2c7fa146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a765628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4a765628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a2c7fa146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4a2c7fa146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a7656289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4a7656289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4a2c7fa146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4a2c7fa146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a765628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a765628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6d0106b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56d0106b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6d0106b9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6d0106b9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a765628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4a765628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6d235cfe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6d235cfe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6d235cfe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56d235cfe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6d0106b9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56d0106b9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643491" y="243550"/>
            <a:ext cx="6568991" cy="4899985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581000" y="838988"/>
            <a:ext cx="4353900" cy="16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0000" y="3580013"/>
            <a:ext cx="28596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649384" y="243550"/>
            <a:ext cx="6568991" cy="4899985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 flipH="1" rot="-308951">
            <a:off x="531846" y="733688"/>
            <a:ext cx="3664166" cy="251039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900225" y="1918375"/>
            <a:ext cx="3523500" cy="13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7057500" y="1073425"/>
            <a:ext cx="1366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5599200" y="3544225"/>
            <a:ext cx="2824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881225" y="1272176"/>
            <a:ext cx="7340216" cy="4171360"/>
          </a:xfrm>
          <a:custGeom>
            <a:rect b="b" l="l" r="r" t="t"/>
            <a:pathLst>
              <a:path extrusionOk="0" h="77069" w="135616">
                <a:moveTo>
                  <a:pt x="110703" y="61981"/>
                </a:moveTo>
                <a:cubicBezTo>
                  <a:pt x="106869" y="63560"/>
                  <a:pt x="102909" y="64888"/>
                  <a:pt x="99275" y="66893"/>
                </a:cubicBezTo>
                <a:cubicBezTo>
                  <a:pt x="94688" y="69400"/>
                  <a:pt x="90854" y="72633"/>
                  <a:pt x="85640" y="73961"/>
                </a:cubicBezTo>
                <a:cubicBezTo>
                  <a:pt x="82132" y="74863"/>
                  <a:pt x="78397" y="74838"/>
                  <a:pt x="74813" y="75339"/>
                </a:cubicBezTo>
                <a:cubicBezTo>
                  <a:pt x="70878" y="75891"/>
                  <a:pt x="66944" y="76542"/>
                  <a:pt x="62984" y="76793"/>
                </a:cubicBezTo>
                <a:cubicBezTo>
                  <a:pt x="62733" y="76818"/>
                  <a:pt x="62482" y="76818"/>
                  <a:pt x="62257" y="76818"/>
                </a:cubicBezTo>
                <a:cubicBezTo>
                  <a:pt x="61004" y="76893"/>
                  <a:pt x="59776" y="76943"/>
                  <a:pt x="58548" y="76969"/>
                </a:cubicBezTo>
                <a:cubicBezTo>
                  <a:pt x="58322" y="76994"/>
                  <a:pt x="58071" y="76994"/>
                  <a:pt x="57846" y="76994"/>
                </a:cubicBezTo>
                <a:cubicBezTo>
                  <a:pt x="57595" y="76994"/>
                  <a:pt x="57370" y="76994"/>
                  <a:pt x="57119" y="76994"/>
                </a:cubicBezTo>
                <a:cubicBezTo>
                  <a:pt x="56868" y="77019"/>
                  <a:pt x="56618" y="77019"/>
                  <a:pt x="56342" y="77019"/>
                </a:cubicBezTo>
                <a:cubicBezTo>
                  <a:pt x="41129" y="77069"/>
                  <a:pt x="25039" y="74262"/>
                  <a:pt x="12582" y="65039"/>
                </a:cubicBezTo>
                <a:cubicBezTo>
                  <a:pt x="10753" y="63660"/>
                  <a:pt x="8948" y="62131"/>
                  <a:pt x="7946" y="60076"/>
                </a:cubicBezTo>
                <a:cubicBezTo>
                  <a:pt x="7094" y="58322"/>
                  <a:pt x="6918" y="56342"/>
                  <a:pt x="6517" y="54437"/>
                </a:cubicBezTo>
                <a:cubicBezTo>
                  <a:pt x="6041" y="52282"/>
                  <a:pt x="5164" y="50302"/>
                  <a:pt x="3435" y="48848"/>
                </a:cubicBezTo>
                <a:cubicBezTo>
                  <a:pt x="1104" y="46893"/>
                  <a:pt x="1" y="45916"/>
                  <a:pt x="1229" y="42758"/>
                </a:cubicBezTo>
                <a:cubicBezTo>
                  <a:pt x="5089" y="32733"/>
                  <a:pt x="12432" y="24261"/>
                  <a:pt x="21154" y="17996"/>
                </a:cubicBezTo>
                <a:cubicBezTo>
                  <a:pt x="33309" y="9249"/>
                  <a:pt x="48172" y="4286"/>
                  <a:pt x="62808" y="1880"/>
                </a:cubicBezTo>
                <a:cubicBezTo>
                  <a:pt x="70979" y="527"/>
                  <a:pt x="79300" y="1"/>
                  <a:pt x="87595" y="452"/>
                </a:cubicBezTo>
                <a:cubicBezTo>
                  <a:pt x="89575" y="552"/>
                  <a:pt x="91555" y="702"/>
                  <a:pt x="93510" y="928"/>
                </a:cubicBezTo>
                <a:cubicBezTo>
                  <a:pt x="95390" y="1129"/>
                  <a:pt x="97295" y="1605"/>
                  <a:pt x="99149" y="1555"/>
                </a:cubicBezTo>
                <a:cubicBezTo>
                  <a:pt x="103861" y="1404"/>
                  <a:pt x="108874" y="2306"/>
                  <a:pt x="113360" y="3660"/>
                </a:cubicBezTo>
                <a:cubicBezTo>
                  <a:pt x="116367" y="4562"/>
                  <a:pt x="120854" y="5489"/>
                  <a:pt x="122132" y="8773"/>
                </a:cubicBezTo>
                <a:cubicBezTo>
                  <a:pt x="122558" y="9825"/>
                  <a:pt x="123009" y="10778"/>
                  <a:pt x="123736" y="11655"/>
                </a:cubicBezTo>
                <a:cubicBezTo>
                  <a:pt x="124789" y="13008"/>
                  <a:pt x="126493" y="13184"/>
                  <a:pt x="127871" y="13961"/>
                </a:cubicBezTo>
                <a:cubicBezTo>
                  <a:pt x="129400" y="14838"/>
                  <a:pt x="130754" y="16041"/>
                  <a:pt x="131781" y="17469"/>
                </a:cubicBezTo>
                <a:cubicBezTo>
                  <a:pt x="133285" y="19500"/>
                  <a:pt x="134137" y="21956"/>
                  <a:pt x="134563" y="24462"/>
                </a:cubicBezTo>
                <a:cubicBezTo>
                  <a:pt x="135290" y="28372"/>
                  <a:pt x="135616" y="32833"/>
                  <a:pt x="134638" y="36718"/>
                </a:cubicBezTo>
                <a:cubicBezTo>
                  <a:pt x="133636" y="40653"/>
                  <a:pt x="131706" y="44287"/>
                  <a:pt x="129325" y="47520"/>
                </a:cubicBezTo>
                <a:cubicBezTo>
                  <a:pt x="125114" y="53209"/>
                  <a:pt x="119701" y="57896"/>
                  <a:pt x="113285" y="60878"/>
                </a:cubicBezTo>
                <a:cubicBezTo>
                  <a:pt x="112433" y="61254"/>
                  <a:pt x="111555" y="61630"/>
                  <a:pt x="110703" y="619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200"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 flipH="1">
            <a:off x="-32145" y="2948675"/>
            <a:ext cx="3406995" cy="2206336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724875" y="2765800"/>
            <a:ext cx="23958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25625" y="3013925"/>
            <a:ext cx="23943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23325" y="2765800"/>
            <a:ext cx="23958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5024075" y="3013925"/>
            <a:ext cx="23943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6757152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-81775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5486100" y="1496400"/>
            <a:ext cx="293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flipH="1">
            <a:off x="-74873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idx="1" type="subTitle"/>
          </p:nvPr>
        </p:nvSpPr>
        <p:spPr>
          <a:xfrm>
            <a:off x="5486100" y="2330400"/>
            <a:ext cx="29379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 flipH="1">
            <a:off x="-81775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 flipH="1" rot="-308951">
            <a:off x="366146" y="869650"/>
            <a:ext cx="3664166" cy="251039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4572000" y="1092825"/>
            <a:ext cx="3852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4970550" y="3124575"/>
            <a:ext cx="3453300" cy="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 flipH="1">
            <a:off x="3103052" y="1776900"/>
            <a:ext cx="293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 flipH="1">
            <a:off x="1809925" y="2532600"/>
            <a:ext cx="5524200" cy="83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/>
          <p:nvPr/>
        </p:nvSpPr>
        <p:spPr>
          <a:xfrm flipH="1" rot="10800000">
            <a:off x="5061097" y="-113"/>
            <a:ext cx="4119383" cy="352731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 flipH="1">
            <a:off x="-79428" y="2445900"/>
            <a:ext cx="3182478" cy="2725068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19375" y="9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3788400" y="3514175"/>
            <a:ext cx="4635600" cy="1086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993175" y="1691963"/>
            <a:ext cx="6883500" cy="133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10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subTitle"/>
          </p:nvPr>
        </p:nvSpPr>
        <p:spPr>
          <a:xfrm>
            <a:off x="2418600" y="3025225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1"/>
          <p:cNvSpPr/>
          <p:nvPr/>
        </p:nvSpPr>
        <p:spPr>
          <a:xfrm>
            <a:off x="652947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 rot="10800000">
            <a:off x="-2692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5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 flipH="1" rot="-308984">
            <a:off x="3376794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2" type="title"/>
          </p:nvPr>
        </p:nvSpPr>
        <p:spPr>
          <a:xfrm>
            <a:off x="831026" y="1781025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641650" y="1781025"/>
            <a:ext cx="27381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3"/>
          <p:cNvSpPr txBox="1"/>
          <p:nvPr>
            <p:ph idx="3" type="subTitle"/>
          </p:nvPr>
        </p:nvSpPr>
        <p:spPr>
          <a:xfrm>
            <a:off x="1641625" y="2398255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4" type="title"/>
          </p:nvPr>
        </p:nvSpPr>
        <p:spPr>
          <a:xfrm>
            <a:off x="4790389" y="1781032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5" type="subTitle"/>
          </p:nvPr>
        </p:nvSpPr>
        <p:spPr>
          <a:xfrm>
            <a:off x="5574884" y="1781025"/>
            <a:ext cx="27381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3"/>
          <p:cNvSpPr txBox="1"/>
          <p:nvPr>
            <p:ph idx="6" type="subTitle"/>
          </p:nvPr>
        </p:nvSpPr>
        <p:spPr>
          <a:xfrm>
            <a:off x="5574875" y="2398255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3"/>
          <p:cNvSpPr txBox="1"/>
          <p:nvPr>
            <p:ph hasCustomPrompt="1" idx="7" type="title"/>
          </p:nvPr>
        </p:nvSpPr>
        <p:spPr>
          <a:xfrm>
            <a:off x="831025" y="3456500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8" type="subTitle"/>
          </p:nvPr>
        </p:nvSpPr>
        <p:spPr>
          <a:xfrm>
            <a:off x="1641625" y="3456500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3"/>
          <p:cNvSpPr txBox="1"/>
          <p:nvPr>
            <p:ph idx="9" type="subTitle"/>
          </p:nvPr>
        </p:nvSpPr>
        <p:spPr>
          <a:xfrm>
            <a:off x="1641625" y="4073732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p13"/>
          <p:cNvSpPr txBox="1"/>
          <p:nvPr>
            <p:ph hasCustomPrompt="1" idx="13" type="title"/>
          </p:nvPr>
        </p:nvSpPr>
        <p:spPr>
          <a:xfrm>
            <a:off x="4790360" y="3456507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5574875" y="3456500"/>
            <a:ext cx="20913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13"/>
          <p:cNvSpPr txBox="1"/>
          <p:nvPr>
            <p:ph idx="15" type="subTitle"/>
          </p:nvPr>
        </p:nvSpPr>
        <p:spPr>
          <a:xfrm>
            <a:off x="5574875" y="4073732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5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flipH="1" rot="-308984">
            <a:off x="3376794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6" name="Google Shape;76;p14"/>
          <p:cNvSpPr txBox="1"/>
          <p:nvPr>
            <p:ph hasCustomPrompt="1" idx="2" type="title"/>
          </p:nvPr>
        </p:nvSpPr>
        <p:spPr>
          <a:xfrm>
            <a:off x="720001" y="1254513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720025" y="1781025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p14"/>
          <p:cNvSpPr txBox="1"/>
          <p:nvPr>
            <p:ph idx="3" type="subTitle"/>
          </p:nvPr>
        </p:nvSpPr>
        <p:spPr>
          <a:xfrm>
            <a:off x="720000" y="2398255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14"/>
          <p:cNvSpPr txBox="1"/>
          <p:nvPr>
            <p:ph hasCustomPrompt="1" idx="4" type="title"/>
          </p:nvPr>
        </p:nvSpPr>
        <p:spPr>
          <a:xfrm>
            <a:off x="6009539" y="1254520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/>
          <p:nvPr>
            <p:ph idx="5" type="subTitle"/>
          </p:nvPr>
        </p:nvSpPr>
        <p:spPr>
          <a:xfrm>
            <a:off x="6009503" y="1781025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4"/>
          <p:cNvSpPr txBox="1"/>
          <p:nvPr>
            <p:ph idx="6" type="subTitle"/>
          </p:nvPr>
        </p:nvSpPr>
        <p:spPr>
          <a:xfrm>
            <a:off x="6009500" y="2398255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p14"/>
          <p:cNvSpPr txBox="1"/>
          <p:nvPr>
            <p:ph hasCustomPrompt="1" idx="7" type="title"/>
          </p:nvPr>
        </p:nvSpPr>
        <p:spPr>
          <a:xfrm>
            <a:off x="720000" y="2929988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/>
          <p:nvPr>
            <p:ph idx="8" type="subTitle"/>
          </p:nvPr>
        </p:nvSpPr>
        <p:spPr>
          <a:xfrm>
            <a:off x="720000" y="3456500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14"/>
          <p:cNvSpPr txBox="1"/>
          <p:nvPr>
            <p:ph idx="9" type="subTitle"/>
          </p:nvPr>
        </p:nvSpPr>
        <p:spPr>
          <a:xfrm>
            <a:off x="720000" y="4073732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14"/>
          <p:cNvSpPr txBox="1"/>
          <p:nvPr>
            <p:ph hasCustomPrompt="1" idx="13" type="title"/>
          </p:nvPr>
        </p:nvSpPr>
        <p:spPr>
          <a:xfrm>
            <a:off x="6009510" y="2929995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/>
          <p:nvPr>
            <p:ph idx="14" type="subTitle"/>
          </p:nvPr>
        </p:nvSpPr>
        <p:spPr>
          <a:xfrm>
            <a:off x="6009500" y="3456500"/>
            <a:ext cx="20913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4"/>
          <p:cNvSpPr txBox="1"/>
          <p:nvPr>
            <p:ph idx="15" type="subTitle"/>
          </p:nvPr>
        </p:nvSpPr>
        <p:spPr>
          <a:xfrm>
            <a:off x="6009500" y="4073732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14"/>
          <p:cNvSpPr txBox="1"/>
          <p:nvPr>
            <p:ph hasCustomPrompt="1" idx="16" type="title"/>
          </p:nvPr>
        </p:nvSpPr>
        <p:spPr>
          <a:xfrm>
            <a:off x="3364763" y="1254513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/>
          <p:nvPr>
            <p:ph idx="17" type="subTitle"/>
          </p:nvPr>
        </p:nvSpPr>
        <p:spPr>
          <a:xfrm>
            <a:off x="3364796" y="1781025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8" type="subTitle"/>
          </p:nvPr>
        </p:nvSpPr>
        <p:spPr>
          <a:xfrm>
            <a:off x="3364763" y="2398255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19" type="title"/>
          </p:nvPr>
        </p:nvSpPr>
        <p:spPr>
          <a:xfrm>
            <a:off x="3364763" y="2929988"/>
            <a:ext cx="784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20" type="subTitle"/>
          </p:nvPr>
        </p:nvSpPr>
        <p:spPr>
          <a:xfrm>
            <a:off x="3364763" y="3456500"/>
            <a:ext cx="1795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" name="Google Shape;93;p14"/>
          <p:cNvSpPr txBox="1"/>
          <p:nvPr>
            <p:ph idx="21" type="subTitle"/>
          </p:nvPr>
        </p:nvSpPr>
        <p:spPr>
          <a:xfrm>
            <a:off x="3364763" y="4073732"/>
            <a:ext cx="2394300" cy="4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_1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32145" y="2948675"/>
            <a:ext cx="3406995" cy="2206336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714300" y="2765800"/>
            <a:ext cx="23958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15"/>
          <p:cNvSpPr txBox="1"/>
          <p:nvPr>
            <p:ph idx="2" type="subTitle"/>
          </p:nvPr>
        </p:nvSpPr>
        <p:spPr>
          <a:xfrm>
            <a:off x="715050" y="3016200"/>
            <a:ext cx="23943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0" name="Google Shape;100;p15"/>
          <p:cNvSpPr txBox="1"/>
          <p:nvPr>
            <p:ph idx="3" type="subTitle"/>
          </p:nvPr>
        </p:nvSpPr>
        <p:spPr>
          <a:xfrm>
            <a:off x="3374100" y="2765800"/>
            <a:ext cx="23958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1" name="Google Shape;101;p15"/>
          <p:cNvSpPr txBox="1"/>
          <p:nvPr>
            <p:ph idx="4" type="subTitle"/>
          </p:nvPr>
        </p:nvSpPr>
        <p:spPr>
          <a:xfrm>
            <a:off x="3374850" y="3016200"/>
            <a:ext cx="23943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15"/>
          <p:cNvSpPr txBox="1"/>
          <p:nvPr>
            <p:ph idx="5" type="subTitle"/>
          </p:nvPr>
        </p:nvSpPr>
        <p:spPr>
          <a:xfrm>
            <a:off x="6033900" y="2765800"/>
            <a:ext cx="2395800" cy="3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15"/>
          <p:cNvSpPr txBox="1"/>
          <p:nvPr>
            <p:ph idx="6" type="subTitle"/>
          </p:nvPr>
        </p:nvSpPr>
        <p:spPr>
          <a:xfrm>
            <a:off x="6034650" y="3016200"/>
            <a:ext cx="23943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 rot="308984">
            <a:off x="-1672431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720000" y="1112725"/>
            <a:ext cx="3007200" cy="18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720000" y="3227075"/>
            <a:ext cx="3007200" cy="8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16"/>
          <p:cNvSpPr/>
          <p:nvPr>
            <p:ph idx="2" type="pic"/>
          </p:nvPr>
        </p:nvSpPr>
        <p:spPr>
          <a:xfrm>
            <a:off x="4972375" y="-37175"/>
            <a:ext cx="4171500" cy="518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 flipH="1" rot="-308984">
            <a:off x="1733669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4860625" y="1112725"/>
            <a:ext cx="3007200" cy="18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4860625" y="3227075"/>
            <a:ext cx="3007200" cy="8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3" name="Google Shape;113;p17"/>
          <p:cNvSpPr/>
          <p:nvPr>
            <p:ph idx="2" type="pic"/>
          </p:nvPr>
        </p:nvSpPr>
        <p:spPr>
          <a:xfrm>
            <a:off x="0" y="-37175"/>
            <a:ext cx="4171500" cy="518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 rot="10800000">
            <a:off x="-3214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5773361" y="2948675"/>
            <a:ext cx="3406995" cy="2206336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" type="subTitle"/>
          </p:nvPr>
        </p:nvSpPr>
        <p:spPr>
          <a:xfrm>
            <a:off x="2056275" y="3274091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" name="Google Shape;119;p18"/>
          <p:cNvSpPr txBox="1"/>
          <p:nvPr>
            <p:ph idx="2" type="subTitle"/>
          </p:nvPr>
        </p:nvSpPr>
        <p:spPr>
          <a:xfrm>
            <a:off x="5535254" y="327410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18"/>
          <p:cNvSpPr txBox="1"/>
          <p:nvPr>
            <p:ph idx="3" type="subTitle"/>
          </p:nvPr>
        </p:nvSpPr>
        <p:spPr>
          <a:xfrm>
            <a:off x="2056275" y="3539179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1" name="Google Shape;121;p18"/>
          <p:cNvSpPr txBox="1"/>
          <p:nvPr>
            <p:ph idx="4" type="subTitle"/>
          </p:nvPr>
        </p:nvSpPr>
        <p:spPr>
          <a:xfrm>
            <a:off x="5535250" y="3539179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18"/>
          <p:cNvSpPr txBox="1"/>
          <p:nvPr>
            <p:ph idx="5" type="subTitle"/>
          </p:nvPr>
        </p:nvSpPr>
        <p:spPr>
          <a:xfrm>
            <a:off x="2056275" y="161165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" name="Google Shape;123;p18"/>
          <p:cNvSpPr txBox="1"/>
          <p:nvPr>
            <p:ph idx="6" type="subTitle"/>
          </p:nvPr>
        </p:nvSpPr>
        <p:spPr>
          <a:xfrm>
            <a:off x="5535254" y="161165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8"/>
          <p:cNvSpPr txBox="1"/>
          <p:nvPr>
            <p:ph idx="7" type="subTitle"/>
          </p:nvPr>
        </p:nvSpPr>
        <p:spPr>
          <a:xfrm>
            <a:off x="2056263" y="1865766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p18"/>
          <p:cNvSpPr txBox="1"/>
          <p:nvPr>
            <p:ph idx="8" type="subTitle"/>
          </p:nvPr>
        </p:nvSpPr>
        <p:spPr>
          <a:xfrm>
            <a:off x="5535250" y="1865766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_1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 flipH="1" rot="10800000">
            <a:off x="657405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4631267" y="327410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19"/>
          <p:cNvSpPr txBox="1"/>
          <p:nvPr>
            <p:ph idx="2" type="subTitle"/>
          </p:nvPr>
        </p:nvSpPr>
        <p:spPr>
          <a:xfrm>
            <a:off x="4631263" y="3535879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1" name="Google Shape;131;p19"/>
          <p:cNvSpPr txBox="1"/>
          <p:nvPr>
            <p:ph idx="3" type="subTitle"/>
          </p:nvPr>
        </p:nvSpPr>
        <p:spPr>
          <a:xfrm>
            <a:off x="2982438" y="161165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2235125" y="1862466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19"/>
          <p:cNvSpPr/>
          <p:nvPr/>
        </p:nvSpPr>
        <p:spPr>
          <a:xfrm flipH="1">
            <a:off x="-32145" y="2918525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8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2299350" y="1457950"/>
            <a:ext cx="45453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37" name="Google Shape;137;p20"/>
          <p:cNvSpPr/>
          <p:nvPr/>
        </p:nvSpPr>
        <p:spPr>
          <a:xfrm flipH="1" rot="10800000">
            <a:off x="5777400" y="-41222"/>
            <a:ext cx="3406995" cy="2017222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/>
          <p:nvPr/>
        </p:nvSpPr>
        <p:spPr>
          <a:xfrm flipH="1">
            <a:off x="-79375" y="29169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8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41" name="Google Shape;141;p21"/>
          <p:cNvSpPr/>
          <p:nvPr/>
        </p:nvSpPr>
        <p:spPr>
          <a:xfrm flipH="1" rot="10800000">
            <a:off x="5777400" y="-41222"/>
            <a:ext cx="3406995" cy="2017222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 flipH="1">
            <a:off x="-79502" y="539999"/>
            <a:ext cx="5426867" cy="4646875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>
            <p:ph idx="1" type="subTitle"/>
          </p:nvPr>
        </p:nvSpPr>
        <p:spPr>
          <a:xfrm>
            <a:off x="626525" y="1830050"/>
            <a:ext cx="3872100" cy="25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2" type="subTitle"/>
          </p:nvPr>
        </p:nvSpPr>
        <p:spPr>
          <a:xfrm>
            <a:off x="4572075" y="1830050"/>
            <a:ext cx="3872100" cy="252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_1_1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 flipH="1">
            <a:off x="-32252" y="2948675"/>
            <a:ext cx="1776505" cy="2206336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2067356" y="3028691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0" name="Google Shape;150;p22"/>
          <p:cNvSpPr txBox="1"/>
          <p:nvPr>
            <p:ph idx="2" type="subTitle"/>
          </p:nvPr>
        </p:nvSpPr>
        <p:spPr>
          <a:xfrm>
            <a:off x="5546338" y="302870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1" name="Google Shape;151;p22"/>
          <p:cNvSpPr txBox="1"/>
          <p:nvPr>
            <p:ph idx="3" type="subTitle"/>
          </p:nvPr>
        </p:nvSpPr>
        <p:spPr>
          <a:xfrm>
            <a:off x="1693706" y="3298954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2" name="Google Shape;152;p22"/>
          <p:cNvSpPr txBox="1"/>
          <p:nvPr>
            <p:ph idx="4" type="subTitle"/>
          </p:nvPr>
        </p:nvSpPr>
        <p:spPr>
          <a:xfrm>
            <a:off x="5172688" y="3298954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" name="Google Shape;153;p22"/>
          <p:cNvSpPr txBox="1"/>
          <p:nvPr>
            <p:ph idx="5" type="subTitle"/>
          </p:nvPr>
        </p:nvSpPr>
        <p:spPr>
          <a:xfrm>
            <a:off x="2067356" y="166075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22"/>
          <p:cNvSpPr txBox="1"/>
          <p:nvPr>
            <p:ph idx="6" type="subTitle"/>
          </p:nvPr>
        </p:nvSpPr>
        <p:spPr>
          <a:xfrm>
            <a:off x="5546338" y="1660754"/>
            <a:ext cx="15303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22"/>
          <p:cNvSpPr txBox="1"/>
          <p:nvPr>
            <p:ph idx="7" type="subTitle"/>
          </p:nvPr>
        </p:nvSpPr>
        <p:spPr>
          <a:xfrm>
            <a:off x="1693706" y="1920041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6" name="Google Shape;156;p22"/>
          <p:cNvSpPr txBox="1"/>
          <p:nvPr>
            <p:ph idx="8" type="subTitle"/>
          </p:nvPr>
        </p:nvSpPr>
        <p:spPr>
          <a:xfrm>
            <a:off x="5172688" y="1920041"/>
            <a:ext cx="2277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>
            <p:ph idx="2" type="pic"/>
          </p:nvPr>
        </p:nvSpPr>
        <p:spPr>
          <a:xfrm>
            <a:off x="19375" y="9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3"/>
          <p:cNvSpPr txBox="1"/>
          <p:nvPr>
            <p:ph type="title"/>
          </p:nvPr>
        </p:nvSpPr>
        <p:spPr>
          <a:xfrm flipH="1">
            <a:off x="713275" y="4038125"/>
            <a:ext cx="7717500" cy="562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flipH="1">
            <a:off x="-2692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" type="subTitle"/>
          </p:nvPr>
        </p:nvSpPr>
        <p:spPr>
          <a:xfrm>
            <a:off x="720000" y="3711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5" name="Google Shape;165;p24"/>
          <p:cNvSpPr txBox="1"/>
          <p:nvPr>
            <p:ph idx="2" type="subTitle"/>
          </p:nvPr>
        </p:nvSpPr>
        <p:spPr>
          <a:xfrm>
            <a:off x="3433200" y="3711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" name="Google Shape;166;p24"/>
          <p:cNvSpPr txBox="1"/>
          <p:nvPr>
            <p:ph idx="3" type="subTitle"/>
          </p:nvPr>
        </p:nvSpPr>
        <p:spPr>
          <a:xfrm>
            <a:off x="6146400" y="3711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0000" y="40802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" name="Google Shape;168;p24"/>
          <p:cNvSpPr txBox="1"/>
          <p:nvPr>
            <p:ph idx="5" type="subTitle"/>
          </p:nvPr>
        </p:nvSpPr>
        <p:spPr>
          <a:xfrm>
            <a:off x="3433200" y="40802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9" name="Google Shape;169;p24"/>
          <p:cNvSpPr txBox="1"/>
          <p:nvPr>
            <p:ph idx="6" type="subTitle"/>
          </p:nvPr>
        </p:nvSpPr>
        <p:spPr>
          <a:xfrm>
            <a:off x="6146400" y="40802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p24"/>
          <p:cNvSpPr txBox="1"/>
          <p:nvPr>
            <p:ph idx="7" type="subTitle"/>
          </p:nvPr>
        </p:nvSpPr>
        <p:spPr>
          <a:xfrm>
            <a:off x="720000" y="19896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1" name="Google Shape;171;p24"/>
          <p:cNvSpPr txBox="1"/>
          <p:nvPr>
            <p:ph idx="8" type="subTitle"/>
          </p:nvPr>
        </p:nvSpPr>
        <p:spPr>
          <a:xfrm>
            <a:off x="3433200" y="19896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24"/>
          <p:cNvSpPr txBox="1"/>
          <p:nvPr>
            <p:ph idx="9" type="subTitle"/>
          </p:nvPr>
        </p:nvSpPr>
        <p:spPr>
          <a:xfrm>
            <a:off x="6146400" y="19896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3" name="Google Shape;173;p24"/>
          <p:cNvSpPr txBox="1"/>
          <p:nvPr>
            <p:ph idx="13" type="subTitle"/>
          </p:nvPr>
        </p:nvSpPr>
        <p:spPr>
          <a:xfrm>
            <a:off x="720000" y="23585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24"/>
          <p:cNvSpPr txBox="1"/>
          <p:nvPr>
            <p:ph idx="14" type="subTitle"/>
          </p:nvPr>
        </p:nvSpPr>
        <p:spPr>
          <a:xfrm>
            <a:off x="3433200" y="23585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5" name="Google Shape;175;p24"/>
          <p:cNvSpPr txBox="1"/>
          <p:nvPr>
            <p:ph idx="15" type="subTitle"/>
          </p:nvPr>
        </p:nvSpPr>
        <p:spPr>
          <a:xfrm>
            <a:off x="6146400" y="23585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652947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/>
          <p:nvPr/>
        </p:nvSpPr>
        <p:spPr>
          <a:xfrm rot="10800000">
            <a:off x="-2692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" type="subTitle"/>
          </p:nvPr>
        </p:nvSpPr>
        <p:spPr>
          <a:xfrm>
            <a:off x="720000" y="2604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25"/>
          <p:cNvSpPr txBox="1"/>
          <p:nvPr>
            <p:ph idx="2" type="subTitle"/>
          </p:nvPr>
        </p:nvSpPr>
        <p:spPr>
          <a:xfrm>
            <a:off x="3433200" y="2604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25"/>
          <p:cNvSpPr txBox="1"/>
          <p:nvPr>
            <p:ph idx="3" type="subTitle"/>
          </p:nvPr>
        </p:nvSpPr>
        <p:spPr>
          <a:xfrm>
            <a:off x="6146400" y="260430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25"/>
          <p:cNvSpPr txBox="1"/>
          <p:nvPr>
            <p:ph idx="4" type="subTitle"/>
          </p:nvPr>
        </p:nvSpPr>
        <p:spPr>
          <a:xfrm>
            <a:off x="720000" y="2931175"/>
            <a:ext cx="2277600" cy="80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4" name="Google Shape;184;p25"/>
          <p:cNvSpPr txBox="1"/>
          <p:nvPr>
            <p:ph idx="5" type="subTitle"/>
          </p:nvPr>
        </p:nvSpPr>
        <p:spPr>
          <a:xfrm>
            <a:off x="3433200" y="2931175"/>
            <a:ext cx="2277600" cy="80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" name="Google Shape;185;p25"/>
          <p:cNvSpPr txBox="1"/>
          <p:nvPr>
            <p:ph idx="6" type="subTitle"/>
          </p:nvPr>
        </p:nvSpPr>
        <p:spPr>
          <a:xfrm>
            <a:off x="6146400" y="2931175"/>
            <a:ext cx="2277600" cy="80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6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2076450" y="-988225"/>
            <a:ext cx="7160970" cy="6131740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>
            <p:ph hasCustomPrompt="1" type="title"/>
          </p:nvPr>
        </p:nvSpPr>
        <p:spPr>
          <a:xfrm>
            <a:off x="720000" y="618338"/>
            <a:ext cx="4032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720000" y="1424438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26"/>
          <p:cNvSpPr txBox="1"/>
          <p:nvPr>
            <p:ph hasCustomPrompt="1" idx="2" type="title"/>
          </p:nvPr>
        </p:nvSpPr>
        <p:spPr>
          <a:xfrm>
            <a:off x="720000" y="1955538"/>
            <a:ext cx="4032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/>
          <p:nvPr>
            <p:ph idx="3" type="subTitle"/>
          </p:nvPr>
        </p:nvSpPr>
        <p:spPr>
          <a:xfrm>
            <a:off x="720000" y="2761650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2" name="Google Shape;192;p26"/>
          <p:cNvSpPr txBox="1"/>
          <p:nvPr>
            <p:ph hasCustomPrompt="1" idx="4" type="title"/>
          </p:nvPr>
        </p:nvSpPr>
        <p:spPr>
          <a:xfrm>
            <a:off x="720000" y="3292763"/>
            <a:ext cx="4032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idx="5" type="subTitle"/>
          </p:nvPr>
        </p:nvSpPr>
        <p:spPr>
          <a:xfrm>
            <a:off x="720000" y="4098863"/>
            <a:ext cx="43104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6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hasCustomPrompt="1" type="title"/>
          </p:nvPr>
        </p:nvSpPr>
        <p:spPr>
          <a:xfrm>
            <a:off x="2173825" y="618350"/>
            <a:ext cx="4796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6" name="Google Shape;196;p27"/>
          <p:cNvSpPr txBox="1"/>
          <p:nvPr>
            <p:ph idx="1" type="subTitle"/>
          </p:nvPr>
        </p:nvSpPr>
        <p:spPr>
          <a:xfrm>
            <a:off x="2418600" y="1424438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7" name="Google Shape;197;p27"/>
          <p:cNvSpPr txBox="1"/>
          <p:nvPr>
            <p:ph hasCustomPrompt="1" idx="2" type="title"/>
          </p:nvPr>
        </p:nvSpPr>
        <p:spPr>
          <a:xfrm>
            <a:off x="2173825" y="1955550"/>
            <a:ext cx="4796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8" name="Google Shape;198;p27"/>
          <p:cNvSpPr txBox="1"/>
          <p:nvPr>
            <p:ph idx="3" type="subTitle"/>
          </p:nvPr>
        </p:nvSpPr>
        <p:spPr>
          <a:xfrm>
            <a:off x="2418600" y="2761650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27"/>
          <p:cNvSpPr txBox="1"/>
          <p:nvPr>
            <p:ph hasCustomPrompt="1" idx="4" type="title"/>
          </p:nvPr>
        </p:nvSpPr>
        <p:spPr>
          <a:xfrm>
            <a:off x="2173825" y="3292775"/>
            <a:ext cx="4796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/>
          <p:nvPr>
            <p:ph idx="5" type="subTitle"/>
          </p:nvPr>
        </p:nvSpPr>
        <p:spPr>
          <a:xfrm>
            <a:off x="2416800" y="4098863"/>
            <a:ext cx="43104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" name="Google Shape;201;p27"/>
          <p:cNvSpPr/>
          <p:nvPr/>
        </p:nvSpPr>
        <p:spPr>
          <a:xfrm>
            <a:off x="652947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 rot="10800000">
            <a:off x="-2692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1">
  <p:cSld name="CUSTOM_1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720200" y="1164863"/>
            <a:ext cx="77037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5" name="Google Shape;205;p28"/>
          <p:cNvSpPr txBox="1"/>
          <p:nvPr>
            <p:ph idx="1" type="subTitle"/>
          </p:nvPr>
        </p:nvSpPr>
        <p:spPr>
          <a:xfrm>
            <a:off x="1077275" y="2811800"/>
            <a:ext cx="6989400" cy="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 flipH="1" rot="10800000">
            <a:off x="5926348" y="-161"/>
            <a:ext cx="3257067" cy="278893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 flipH="1">
            <a:off x="-81629" y="2108226"/>
            <a:ext cx="2588131" cy="3035287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 1">
  <p:cSld name="CUSTOM_12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 flipH="1" rot="-308942">
            <a:off x="-3720467" y="2064870"/>
            <a:ext cx="6814520" cy="4668992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3103050" y="1455409"/>
            <a:ext cx="2937900" cy="1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29"/>
          <p:cNvSpPr txBox="1"/>
          <p:nvPr>
            <p:ph idx="1" type="subTitle"/>
          </p:nvPr>
        </p:nvSpPr>
        <p:spPr>
          <a:xfrm>
            <a:off x="2640800" y="2288900"/>
            <a:ext cx="3862500" cy="12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2" name="Google Shape;212;p29"/>
          <p:cNvSpPr/>
          <p:nvPr/>
        </p:nvSpPr>
        <p:spPr>
          <a:xfrm flipH="1" rot="-308942">
            <a:off x="5694383" y="1900070"/>
            <a:ext cx="6814520" cy="4668992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3218002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 txBox="1"/>
          <p:nvPr>
            <p:ph type="title"/>
          </p:nvPr>
        </p:nvSpPr>
        <p:spPr>
          <a:xfrm>
            <a:off x="720000" y="1156121"/>
            <a:ext cx="2937900" cy="1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30"/>
          <p:cNvSpPr txBox="1"/>
          <p:nvPr>
            <p:ph idx="1" type="subTitle"/>
          </p:nvPr>
        </p:nvSpPr>
        <p:spPr>
          <a:xfrm>
            <a:off x="720000" y="2236813"/>
            <a:ext cx="2937900" cy="12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 flipH="1">
            <a:off x="-32213" y="2948675"/>
            <a:ext cx="2861488" cy="2206336"/>
          </a:xfrm>
          <a:custGeom>
            <a:rect b="b" l="l" r="r" t="t"/>
            <a:pathLst>
              <a:path extrusionOk="0" h="55786" w="86144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32"/>
          <p:cNvSpPr/>
          <p:nvPr/>
        </p:nvSpPr>
        <p:spPr>
          <a:xfrm>
            <a:off x="3213198" y="1160552"/>
            <a:ext cx="6007006" cy="3983181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 flipH="1">
            <a:off x="-96779" y="1160552"/>
            <a:ext cx="6007006" cy="3983181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4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/>
          <p:nvPr/>
        </p:nvSpPr>
        <p:spPr>
          <a:xfrm rot="10800000">
            <a:off x="-269600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3213202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/>
          <p:nvPr/>
        </p:nvSpPr>
        <p:spPr>
          <a:xfrm flipH="1">
            <a:off x="-103014" y="277900"/>
            <a:ext cx="6568991" cy="4899985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 rot="308951">
            <a:off x="4919350" y="768038"/>
            <a:ext cx="3664166" cy="251039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 txBox="1"/>
          <p:nvPr>
            <p:ph type="title"/>
          </p:nvPr>
        </p:nvSpPr>
        <p:spPr>
          <a:xfrm flipH="1">
            <a:off x="691636" y="1952725"/>
            <a:ext cx="3523500" cy="13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34"/>
          <p:cNvSpPr txBox="1"/>
          <p:nvPr>
            <p:ph hasCustomPrompt="1" idx="2" type="title"/>
          </p:nvPr>
        </p:nvSpPr>
        <p:spPr>
          <a:xfrm flipH="1">
            <a:off x="691361" y="1107775"/>
            <a:ext cx="13665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4" name="Google Shape;234;p34"/>
          <p:cNvSpPr txBox="1"/>
          <p:nvPr>
            <p:ph idx="1" type="subTitle"/>
          </p:nvPr>
        </p:nvSpPr>
        <p:spPr>
          <a:xfrm flipH="1">
            <a:off x="691361" y="3578575"/>
            <a:ext cx="2824800" cy="5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hasCustomPrompt="1" type="title"/>
          </p:nvPr>
        </p:nvSpPr>
        <p:spPr>
          <a:xfrm>
            <a:off x="623250" y="1691963"/>
            <a:ext cx="6883500" cy="133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10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7" name="Google Shape;237;p35"/>
          <p:cNvSpPr txBox="1"/>
          <p:nvPr>
            <p:ph idx="1" type="subTitle"/>
          </p:nvPr>
        </p:nvSpPr>
        <p:spPr>
          <a:xfrm>
            <a:off x="720000" y="3025225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8" name="Google Shape;238;p35"/>
          <p:cNvSpPr/>
          <p:nvPr/>
        </p:nvSpPr>
        <p:spPr>
          <a:xfrm>
            <a:off x="3213202" y="0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/>
          <p:nvPr/>
        </p:nvSpPr>
        <p:spPr>
          <a:xfrm flipH="1">
            <a:off x="-158573" y="48075"/>
            <a:ext cx="6007006" cy="514363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 txBox="1"/>
          <p:nvPr>
            <p:ph hasCustomPrompt="1" type="title"/>
          </p:nvPr>
        </p:nvSpPr>
        <p:spPr>
          <a:xfrm>
            <a:off x="3713475" y="1691963"/>
            <a:ext cx="6883500" cy="133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10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2" name="Google Shape;242;p36"/>
          <p:cNvSpPr txBox="1"/>
          <p:nvPr>
            <p:ph idx="1" type="subTitle"/>
          </p:nvPr>
        </p:nvSpPr>
        <p:spPr>
          <a:xfrm>
            <a:off x="3810225" y="3025225"/>
            <a:ext cx="43068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6_1_3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/>
          <p:nvPr/>
        </p:nvSpPr>
        <p:spPr>
          <a:xfrm>
            <a:off x="3289375" y="54471"/>
            <a:ext cx="5952938" cy="509733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 txBox="1"/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37"/>
          <p:cNvSpPr txBox="1"/>
          <p:nvPr>
            <p:ph idx="1" type="subTitle"/>
          </p:nvPr>
        </p:nvSpPr>
        <p:spPr>
          <a:xfrm>
            <a:off x="720000" y="34004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7"/>
          <p:cNvSpPr txBox="1"/>
          <p:nvPr>
            <p:ph idx="2" type="subTitle"/>
          </p:nvPr>
        </p:nvSpPr>
        <p:spPr>
          <a:xfrm>
            <a:off x="3433200" y="34004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8" name="Google Shape;248;p37"/>
          <p:cNvSpPr txBox="1"/>
          <p:nvPr>
            <p:ph idx="3" type="subTitle"/>
          </p:nvPr>
        </p:nvSpPr>
        <p:spPr>
          <a:xfrm>
            <a:off x="6146400" y="34004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" name="Google Shape;249;p37"/>
          <p:cNvSpPr txBox="1"/>
          <p:nvPr>
            <p:ph idx="4" type="subTitle"/>
          </p:nvPr>
        </p:nvSpPr>
        <p:spPr>
          <a:xfrm>
            <a:off x="999100" y="37757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0" name="Google Shape;250;p37"/>
          <p:cNvSpPr txBox="1"/>
          <p:nvPr>
            <p:ph idx="5" type="subTitle"/>
          </p:nvPr>
        </p:nvSpPr>
        <p:spPr>
          <a:xfrm>
            <a:off x="3712350" y="37757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1" name="Google Shape;251;p37"/>
          <p:cNvSpPr txBox="1"/>
          <p:nvPr>
            <p:ph idx="6" type="subTitle"/>
          </p:nvPr>
        </p:nvSpPr>
        <p:spPr>
          <a:xfrm>
            <a:off x="6425550" y="37757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37"/>
          <p:cNvSpPr txBox="1"/>
          <p:nvPr>
            <p:ph idx="7" type="subTitle"/>
          </p:nvPr>
        </p:nvSpPr>
        <p:spPr>
          <a:xfrm>
            <a:off x="720000" y="16787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3" name="Google Shape;253;p37"/>
          <p:cNvSpPr txBox="1"/>
          <p:nvPr>
            <p:ph idx="8" type="subTitle"/>
          </p:nvPr>
        </p:nvSpPr>
        <p:spPr>
          <a:xfrm>
            <a:off x="3433200" y="16787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p37"/>
          <p:cNvSpPr txBox="1"/>
          <p:nvPr>
            <p:ph idx="9" type="subTitle"/>
          </p:nvPr>
        </p:nvSpPr>
        <p:spPr>
          <a:xfrm>
            <a:off x="6146400" y="16787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5" name="Google Shape;255;p37"/>
          <p:cNvSpPr txBox="1"/>
          <p:nvPr>
            <p:ph idx="13" type="subTitle"/>
          </p:nvPr>
        </p:nvSpPr>
        <p:spPr>
          <a:xfrm>
            <a:off x="999100" y="20540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6" name="Google Shape;256;p37"/>
          <p:cNvSpPr txBox="1"/>
          <p:nvPr>
            <p:ph idx="14" type="subTitle"/>
          </p:nvPr>
        </p:nvSpPr>
        <p:spPr>
          <a:xfrm>
            <a:off x="3712350" y="20540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7" name="Google Shape;257;p37"/>
          <p:cNvSpPr txBox="1"/>
          <p:nvPr>
            <p:ph idx="15" type="subTitle"/>
          </p:nvPr>
        </p:nvSpPr>
        <p:spPr>
          <a:xfrm>
            <a:off x="6425550" y="2054075"/>
            <a:ext cx="1719300" cy="6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/>
          <p:nvPr/>
        </p:nvSpPr>
        <p:spPr>
          <a:xfrm rot="308984">
            <a:off x="-1672431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8"/>
          <p:cNvSpPr txBox="1"/>
          <p:nvPr>
            <p:ph type="title"/>
          </p:nvPr>
        </p:nvSpPr>
        <p:spPr>
          <a:xfrm>
            <a:off x="720000" y="1499616"/>
            <a:ext cx="2336100" cy="7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1" name="Google Shape;261;p38"/>
          <p:cNvSpPr txBox="1"/>
          <p:nvPr>
            <p:ph idx="1" type="subTitle"/>
          </p:nvPr>
        </p:nvSpPr>
        <p:spPr>
          <a:xfrm>
            <a:off x="720000" y="2185050"/>
            <a:ext cx="25551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0_1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/>
          <p:nvPr/>
        </p:nvSpPr>
        <p:spPr>
          <a:xfrm flipH="1" rot="-308984">
            <a:off x="2296794" y="154281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9"/>
          <p:cNvSpPr txBox="1"/>
          <p:nvPr>
            <p:ph type="title"/>
          </p:nvPr>
        </p:nvSpPr>
        <p:spPr>
          <a:xfrm flipH="1">
            <a:off x="5964300" y="1499616"/>
            <a:ext cx="2336100" cy="7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5" name="Google Shape;265;p39"/>
          <p:cNvSpPr txBox="1"/>
          <p:nvPr>
            <p:ph idx="1" type="subTitle"/>
          </p:nvPr>
        </p:nvSpPr>
        <p:spPr>
          <a:xfrm flipH="1">
            <a:off x="5745300" y="2185050"/>
            <a:ext cx="25551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0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/>
          <p:nvPr/>
        </p:nvSpPr>
        <p:spPr>
          <a:xfrm flipH="1" rot="-308984">
            <a:off x="200619" y="1700306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0"/>
          <p:cNvSpPr txBox="1"/>
          <p:nvPr>
            <p:ph idx="1" type="subTitle"/>
          </p:nvPr>
        </p:nvSpPr>
        <p:spPr>
          <a:xfrm>
            <a:off x="762075" y="2221350"/>
            <a:ext cx="23544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9" name="Google Shape;269;p4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/>
          <p:nvPr/>
        </p:nvSpPr>
        <p:spPr>
          <a:xfrm flipH="1">
            <a:off x="-2692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1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1" type="subTitle"/>
          </p:nvPr>
        </p:nvSpPr>
        <p:spPr>
          <a:xfrm>
            <a:off x="2076600" y="3466325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5" name="Google Shape;275;p41"/>
          <p:cNvSpPr txBox="1"/>
          <p:nvPr>
            <p:ph idx="2" type="subTitle"/>
          </p:nvPr>
        </p:nvSpPr>
        <p:spPr>
          <a:xfrm>
            <a:off x="4789800" y="3466325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6" name="Google Shape;276;p41"/>
          <p:cNvSpPr txBox="1"/>
          <p:nvPr>
            <p:ph idx="3" type="subTitle"/>
          </p:nvPr>
        </p:nvSpPr>
        <p:spPr>
          <a:xfrm>
            <a:off x="2076600" y="38965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7" name="Google Shape;277;p41"/>
          <p:cNvSpPr txBox="1"/>
          <p:nvPr>
            <p:ph idx="4" type="subTitle"/>
          </p:nvPr>
        </p:nvSpPr>
        <p:spPr>
          <a:xfrm>
            <a:off x="4789800" y="3896525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AND_TWO_COLUMNS_2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/>
          <p:nvPr/>
        </p:nvSpPr>
        <p:spPr>
          <a:xfrm flipH="1">
            <a:off x="-2692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2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1" type="subTitle"/>
          </p:nvPr>
        </p:nvSpPr>
        <p:spPr>
          <a:xfrm>
            <a:off x="720000" y="32997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3" name="Google Shape;283;p42"/>
          <p:cNvSpPr txBox="1"/>
          <p:nvPr>
            <p:ph idx="2" type="subTitle"/>
          </p:nvPr>
        </p:nvSpPr>
        <p:spPr>
          <a:xfrm>
            <a:off x="3433200" y="33400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4" name="Google Shape;284;p42"/>
          <p:cNvSpPr txBox="1"/>
          <p:nvPr>
            <p:ph idx="3" type="subTitle"/>
          </p:nvPr>
        </p:nvSpPr>
        <p:spPr>
          <a:xfrm>
            <a:off x="720000" y="3713150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5" name="Google Shape;285;p42"/>
          <p:cNvSpPr txBox="1"/>
          <p:nvPr>
            <p:ph idx="4" type="subTitle"/>
          </p:nvPr>
        </p:nvSpPr>
        <p:spPr>
          <a:xfrm>
            <a:off x="3433200" y="3713150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6" name="Google Shape;286;p42"/>
          <p:cNvSpPr txBox="1"/>
          <p:nvPr>
            <p:ph idx="5" type="subTitle"/>
          </p:nvPr>
        </p:nvSpPr>
        <p:spPr>
          <a:xfrm>
            <a:off x="6146400" y="3299750"/>
            <a:ext cx="22776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7" name="Google Shape;287;p42"/>
          <p:cNvSpPr txBox="1"/>
          <p:nvPr>
            <p:ph idx="6" type="subTitle"/>
          </p:nvPr>
        </p:nvSpPr>
        <p:spPr>
          <a:xfrm>
            <a:off x="6146400" y="3713150"/>
            <a:ext cx="2277600" cy="4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TITLE_AND_BODY_1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/>
          <p:nvPr/>
        </p:nvSpPr>
        <p:spPr>
          <a:xfrm>
            <a:off x="-881225" y="1272176"/>
            <a:ext cx="7340216" cy="4171360"/>
          </a:xfrm>
          <a:custGeom>
            <a:rect b="b" l="l" r="r" t="t"/>
            <a:pathLst>
              <a:path extrusionOk="0" h="77069" w="135616">
                <a:moveTo>
                  <a:pt x="110703" y="61981"/>
                </a:moveTo>
                <a:cubicBezTo>
                  <a:pt x="106869" y="63560"/>
                  <a:pt x="102909" y="64888"/>
                  <a:pt x="99275" y="66893"/>
                </a:cubicBezTo>
                <a:cubicBezTo>
                  <a:pt x="94688" y="69400"/>
                  <a:pt x="90854" y="72633"/>
                  <a:pt x="85640" y="73961"/>
                </a:cubicBezTo>
                <a:cubicBezTo>
                  <a:pt x="82132" y="74863"/>
                  <a:pt x="78397" y="74838"/>
                  <a:pt x="74813" y="75339"/>
                </a:cubicBezTo>
                <a:cubicBezTo>
                  <a:pt x="70878" y="75891"/>
                  <a:pt x="66944" y="76542"/>
                  <a:pt x="62984" y="76793"/>
                </a:cubicBezTo>
                <a:cubicBezTo>
                  <a:pt x="62733" y="76818"/>
                  <a:pt x="62482" y="76818"/>
                  <a:pt x="62257" y="76818"/>
                </a:cubicBezTo>
                <a:cubicBezTo>
                  <a:pt x="61004" y="76893"/>
                  <a:pt x="59776" y="76943"/>
                  <a:pt x="58548" y="76969"/>
                </a:cubicBezTo>
                <a:cubicBezTo>
                  <a:pt x="58322" y="76994"/>
                  <a:pt x="58071" y="76994"/>
                  <a:pt x="57846" y="76994"/>
                </a:cubicBezTo>
                <a:cubicBezTo>
                  <a:pt x="57595" y="76994"/>
                  <a:pt x="57370" y="76994"/>
                  <a:pt x="57119" y="76994"/>
                </a:cubicBezTo>
                <a:cubicBezTo>
                  <a:pt x="56868" y="77019"/>
                  <a:pt x="56618" y="77019"/>
                  <a:pt x="56342" y="77019"/>
                </a:cubicBezTo>
                <a:cubicBezTo>
                  <a:pt x="41129" y="77069"/>
                  <a:pt x="25039" y="74262"/>
                  <a:pt x="12582" y="65039"/>
                </a:cubicBezTo>
                <a:cubicBezTo>
                  <a:pt x="10753" y="63660"/>
                  <a:pt x="8948" y="62131"/>
                  <a:pt x="7946" y="60076"/>
                </a:cubicBezTo>
                <a:cubicBezTo>
                  <a:pt x="7094" y="58322"/>
                  <a:pt x="6918" y="56342"/>
                  <a:pt x="6517" y="54437"/>
                </a:cubicBezTo>
                <a:cubicBezTo>
                  <a:pt x="6041" y="52282"/>
                  <a:pt x="5164" y="50302"/>
                  <a:pt x="3435" y="48848"/>
                </a:cubicBezTo>
                <a:cubicBezTo>
                  <a:pt x="1104" y="46893"/>
                  <a:pt x="1" y="45916"/>
                  <a:pt x="1229" y="42758"/>
                </a:cubicBezTo>
                <a:cubicBezTo>
                  <a:pt x="5089" y="32733"/>
                  <a:pt x="12432" y="24261"/>
                  <a:pt x="21154" y="17996"/>
                </a:cubicBezTo>
                <a:cubicBezTo>
                  <a:pt x="33309" y="9249"/>
                  <a:pt x="48172" y="4286"/>
                  <a:pt x="62808" y="1880"/>
                </a:cubicBezTo>
                <a:cubicBezTo>
                  <a:pt x="70979" y="527"/>
                  <a:pt x="79300" y="1"/>
                  <a:pt x="87595" y="452"/>
                </a:cubicBezTo>
                <a:cubicBezTo>
                  <a:pt x="89575" y="552"/>
                  <a:pt x="91555" y="702"/>
                  <a:pt x="93510" y="928"/>
                </a:cubicBezTo>
                <a:cubicBezTo>
                  <a:pt x="95390" y="1129"/>
                  <a:pt x="97295" y="1605"/>
                  <a:pt x="99149" y="1555"/>
                </a:cubicBezTo>
                <a:cubicBezTo>
                  <a:pt x="103861" y="1404"/>
                  <a:pt x="108874" y="2306"/>
                  <a:pt x="113360" y="3660"/>
                </a:cubicBezTo>
                <a:cubicBezTo>
                  <a:pt x="116367" y="4562"/>
                  <a:pt x="120854" y="5489"/>
                  <a:pt x="122132" y="8773"/>
                </a:cubicBezTo>
                <a:cubicBezTo>
                  <a:pt x="122558" y="9825"/>
                  <a:pt x="123009" y="10778"/>
                  <a:pt x="123736" y="11655"/>
                </a:cubicBezTo>
                <a:cubicBezTo>
                  <a:pt x="124789" y="13008"/>
                  <a:pt x="126493" y="13184"/>
                  <a:pt x="127871" y="13961"/>
                </a:cubicBezTo>
                <a:cubicBezTo>
                  <a:pt x="129400" y="14838"/>
                  <a:pt x="130754" y="16041"/>
                  <a:pt x="131781" y="17469"/>
                </a:cubicBezTo>
                <a:cubicBezTo>
                  <a:pt x="133285" y="19500"/>
                  <a:pt x="134137" y="21956"/>
                  <a:pt x="134563" y="24462"/>
                </a:cubicBezTo>
                <a:cubicBezTo>
                  <a:pt x="135290" y="28372"/>
                  <a:pt x="135616" y="32833"/>
                  <a:pt x="134638" y="36718"/>
                </a:cubicBezTo>
                <a:cubicBezTo>
                  <a:pt x="133636" y="40653"/>
                  <a:pt x="131706" y="44287"/>
                  <a:pt x="129325" y="47520"/>
                </a:cubicBezTo>
                <a:cubicBezTo>
                  <a:pt x="125114" y="53209"/>
                  <a:pt x="119701" y="57896"/>
                  <a:pt x="113285" y="60878"/>
                </a:cubicBezTo>
                <a:cubicBezTo>
                  <a:pt x="112433" y="61254"/>
                  <a:pt x="111555" y="61630"/>
                  <a:pt x="110703" y="619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4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2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/>
          <p:nvPr/>
        </p:nvSpPr>
        <p:spPr>
          <a:xfrm flipH="1">
            <a:off x="-26925" y="288180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4"/>
          <p:cNvSpPr/>
          <p:nvPr/>
        </p:nvSpPr>
        <p:spPr>
          <a:xfrm flipH="1" rot="10800000">
            <a:off x="6529475" y="0"/>
            <a:ext cx="2650881" cy="226987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4"/>
          <p:cNvSpPr txBox="1"/>
          <p:nvPr>
            <p:ph idx="1" type="subTitle"/>
          </p:nvPr>
        </p:nvSpPr>
        <p:spPr>
          <a:xfrm>
            <a:off x="720000" y="1346700"/>
            <a:ext cx="3721800" cy="32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9pPr>
          </a:lstStyle>
          <a:p/>
        </p:txBody>
      </p:sp>
      <p:sp>
        <p:nvSpPr>
          <p:cNvPr id="297" name="Google Shape;297;p44"/>
          <p:cNvSpPr txBox="1"/>
          <p:nvPr>
            <p:ph idx="2" type="subTitle"/>
          </p:nvPr>
        </p:nvSpPr>
        <p:spPr>
          <a:xfrm>
            <a:off x="4702225" y="1346700"/>
            <a:ext cx="3721800" cy="32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3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45"/>
          <p:cNvGrpSpPr/>
          <p:nvPr/>
        </p:nvGrpSpPr>
        <p:grpSpPr>
          <a:xfrm>
            <a:off x="3215200" y="0"/>
            <a:ext cx="6007006" cy="5143633"/>
            <a:chOff x="3215200" y="0"/>
            <a:chExt cx="6007006" cy="5143633"/>
          </a:xfrm>
        </p:grpSpPr>
        <p:sp>
          <p:nvSpPr>
            <p:cNvPr id="300" name="Google Shape;300;p45"/>
            <p:cNvSpPr/>
            <p:nvPr/>
          </p:nvSpPr>
          <p:spPr>
            <a:xfrm>
              <a:off x="3215200" y="0"/>
              <a:ext cx="6007006" cy="5143633"/>
            </a:xfrm>
            <a:custGeom>
              <a:rect b="b" l="l" r="r" t="t"/>
              <a:pathLst>
                <a:path extrusionOk="0" h="135172" w="157861">
                  <a:moveTo>
                    <a:pt x="144416" y="32024"/>
                  </a:moveTo>
                  <a:cubicBezTo>
                    <a:pt x="149529" y="48436"/>
                    <a:pt x="157860" y="81258"/>
                    <a:pt x="121477" y="72699"/>
                  </a:cubicBezTo>
                  <a:lnTo>
                    <a:pt x="121477" y="72699"/>
                  </a:lnTo>
                  <a:cubicBezTo>
                    <a:pt x="84386" y="63980"/>
                    <a:pt x="66856" y="57292"/>
                    <a:pt x="69001" y="77287"/>
                  </a:cubicBezTo>
                  <a:lnTo>
                    <a:pt x="69001" y="77287"/>
                  </a:lnTo>
                  <a:cubicBezTo>
                    <a:pt x="71010" y="95958"/>
                    <a:pt x="57155" y="92580"/>
                    <a:pt x="46518" y="89795"/>
                  </a:cubicBezTo>
                  <a:lnTo>
                    <a:pt x="46518" y="89795"/>
                  </a:lnTo>
                  <a:cubicBezTo>
                    <a:pt x="38050" y="87581"/>
                    <a:pt x="23419" y="86531"/>
                    <a:pt x="20018" y="94451"/>
                  </a:cubicBezTo>
                  <a:lnTo>
                    <a:pt x="20018" y="94451"/>
                  </a:lnTo>
                  <a:cubicBezTo>
                    <a:pt x="18671" y="97533"/>
                    <a:pt x="19813" y="102052"/>
                    <a:pt x="25063" y="108489"/>
                  </a:cubicBezTo>
                  <a:lnTo>
                    <a:pt x="25063" y="108489"/>
                  </a:lnTo>
                  <a:cubicBezTo>
                    <a:pt x="39716" y="126452"/>
                    <a:pt x="13125" y="135172"/>
                    <a:pt x="0" y="135172"/>
                  </a:cubicBezTo>
                  <a:lnTo>
                    <a:pt x="0" y="135172"/>
                  </a:lnTo>
                  <a:lnTo>
                    <a:pt x="155989" y="135172"/>
                  </a:lnTo>
                  <a:lnTo>
                    <a:pt x="155989" y="0"/>
                  </a:lnTo>
                  <a:cubicBezTo>
                    <a:pt x="155989" y="0"/>
                    <a:pt x="137568" y="10021"/>
                    <a:pt x="144416" y="32024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5"/>
            <p:cNvSpPr/>
            <p:nvPr/>
          </p:nvSpPr>
          <p:spPr>
            <a:xfrm rot="308951">
              <a:off x="4736893" y="868725"/>
              <a:ext cx="3664166" cy="2975304"/>
            </a:xfrm>
            <a:custGeom>
              <a:rect b="b" l="l" r="r" t="t"/>
              <a:pathLst>
                <a:path extrusionOk="0" h="90303" w="131806">
                  <a:moveTo>
                    <a:pt x="4737" y="90001"/>
                  </a:moveTo>
                  <a:cubicBezTo>
                    <a:pt x="1354" y="84087"/>
                    <a:pt x="0" y="77094"/>
                    <a:pt x="602" y="70327"/>
                  </a:cubicBezTo>
                  <a:cubicBezTo>
                    <a:pt x="928" y="66768"/>
                    <a:pt x="1755" y="63184"/>
                    <a:pt x="3183" y="59926"/>
                  </a:cubicBezTo>
                  <a:cubicBezTo>
                    <a:pt x="4537" y="56843"/>
                    <a:pt x="6366" y="53986"/>
                    <a:pt x="6216" y="50502"/>
                  </a:cubicBezTo>
                  <a:cubicBezTo>
                    <a:pt x="6066" y="47069"/>
                    <a:pt x="4035" y="43635"/>
                    <a:pt x="5138" y="40377"/>
                  </a:cubicBezTo>
                  <a:cubicBezTo>
                    <a:pt x="7143" y="34337"/>
                    <a:pt x="16291" y="34212"/>
                    <a:pt x="21128" y="31881"/>
                  </a:cubicBezTo>
                  <a:cubicBezTo>
                    <a:pt x="28046" y="28573"/>
                    <a:pt x="29675" y="21931"/>
                    <a:pt x="33309" y="15866"/>
                  </a:cubicBezTo>
                  <a:cubicBezTo>
                    <a:pt x="36943" y="9826"/>
                    <a:pt x="42482" y="4838"/>
                    <a:pt x="49123" y="2407"/>
                  </a:cubicBezTo>
                  <a:cubicBezTo>
                    <a:pt x="55765" y="1"/>
                    <a:pt x="63459" y="302"/>
                    <a:pt x="69600" y="3760"/>
                  </a:cubicBezTo>
                  <a:cubicBezTo>
                    <a:pt x="72632" y="5465"/>
                    <a:pt x="74537" y="7545"/>
                    <a:pt x="76066" y="10653"/>
                  </a:cubicBezTo>
                  <a:cubicBezTo>
                    <a:pt x="77219" y="12983"/>
                    <a:pt x="78347" y="15490"/>
                    <a:pt x="80502" y="16943"/>
                  </a:cubicBezTo>
                  <a:cubicBezTo>
                    <a:pt x="83184" y="18748"/>
                    <a:pt x="86467" y="18222"/>
                    <a:pt x="89525" y="18472"/>
                  </a:cubicBezTo>
                  <a:cubicBezTo>
                    <a:pt x="96392" y="19049"/>
                    <a:pt x="103284" y="21480"/>
                    <a:pt x="108472" y="26116"/>
                  </a:cubicBezTo>
                  <a:cubicBezTo>
                    <a:pt x="110953" y="28372"/>
                    <a:pt x="112983" y="31129"/>
                    <a:pt x="114312" y="34212"/>
                  </a:cubicBezTo>
                  <a:cubicBezTo>
                    <a:pt x="115640" y="37269"/>
                    <a:pt x="116292" y="40703"/>
                    <a:pt x="118272" y="43410"/>
                  </a:cubicBezTo>
                  <a:cubicBezTo>
                    <a:pt x="120202" y="46041"/>
                    <a:pt x="123234" y="47620"/>
                    <a:pt x="125039" y="50352"/>
                  </a:cubicBezTo>
                  <a:cubicBezTo>
                    <a:pt x="127395" y="53886"/>
                    <a:pt x="125415" y="57771"/>
                    <a:pt x="125941" y="61630"/>
                  </a:cubicBezTo>
                  <a:cubicBezTo>
                    <a:pt x="126768" y="67746"/>
                    <a:pt x="131806" y="76342"/>
                    <a:pt x="127420" y="82182"/>
                  </a:cubicBezTo>
                  <a:cubicBezTo>
                    <a:pt x="125665" y="84538"/>
                    <a:pt x="123109" y="84312"/>
                    <a:pt x="120427" y="84287"/>
                  </a:cubicBezTo>
                  <a:cubicBezTo>
                    <a:pt x="116943" y="84287"/>
                    <a:pt x="113159" y="84011"/>
                    <a:pt x="109826" y="82959"/>
                  </a:cubicBezTo>
                  <a:cubicBezTo>
                    <a:pt x="106943" y="82031"/>
                    <a:pt x="104161" y="80879"/>
                    <a:pt x="101129" y="80753"/>
                  </a:cubicBezTo>
                  <a:cubicBezTo>
                    <a:pt x="98898" y="80653"/>
                    <a:pt x="96642" y="80478"/>
                    <a:pt x="94412" y="80453"/>
                  </a:cubicBezTo>
                  <a:cubicBezTo>
                    <a:pt x="92983" y="80427"/>
                    <a:pt x="91480" y="80854"/>
                    <a:pt x="90026" y="81004"/>
                  </a:cubicBezTo>
                  <a:lnTo>
                    <a:pt x="80903" y="81956"/>
                  </a:lnTo>
                  <a:cubicBezTo>
                    <a:pt x="74161" y="82683"/>
                    <a:pt x="67394" y="83385"/>
                    <a:pt x="60652" y="84112"/>
                  </a:cubicBezTo>
                  <a:cubicBezTo>
                    <a:pt x="47745" y="85465"/>
                    <a:pt x="34863" y="86818"/>
                    <a:pt x="21955" y="88197"/>
                  </a:cubicBezTo>
                  <a:cubicBezTo>
                    <a:pt x="17795" y="88623"/>
                    <a:pt x="13609" y="89074"/>
                    <a:pt x="9424" y="89525"/>
                  </a:cubicBezTo>
                  <a:cubicBezTo>
                    <a:pt x="9098" y="89550"/>
                    <a:pt x="4888" y="90302"/>
                    <a:pt x="4737" y="90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45"/>
          <p:cNvSpPr txBox="1"/>
          <p:nvPr>
            <p:ph type="ctrTitle"/>
          </p:nvPr>
        </p:nvSpPr>
        <p:spPr>
          <a:xfrm>
            <a:off x="719240" y="511067"/>
            <a:ext cx="3076800" cy="6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3" name="Google Shape;303;p45"/>
          <p:cNvSpPr txBox="1"/>
          <p:nvPr>
            <p:ph idx="1" type="subTitle"/>
          </p:nvPr>
        </p:nvSpPr>
        <p:spPr>
          <a:xfrm>
            <a:off x="720000" y="1745055"/>
            <a:ext cx="2607600" cy="15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4" name="Google Shape;304;p45"/>
          <p:cNvSpPr txBox="1"/>
          <p:nvPr/>
        </p:nvSpPr>
        <p:spPr>
          <a:xfrm>
            <a:off x="720000" y="3210750"/>
            <a:ext cx="26463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b="1" lang="en-GB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b="1" lang="en-GB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b="1" lang="en-GB" sz="1200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GB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4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4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/>
        </p:nvSpPr>
        <p:spPr>
          <a:xfrm flipH="1" rot="-308984">
            <a:off x="200619" y="1700306"/>
            <a:ext cx="8069112" cy="5528315"/>
          </a:xfrm>
          <a:custGeom>
            <a:rect b="b" l="l" r="r" t="t"/>
            <a:pathLst>
              <a:path extrusionOk="0" h="90303" w="131806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4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/>
          <p:nvPr/>
        </p:nvSpPr>
        <p:spPr>
          <a:xfrm flipH="1" rot="10800000">
            <a:off x="5926348" y="-161"/>
            <a:ext cx="3257067" cy="2788936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8"/>
          <p:cNvSpPr/>
          <p:nvPr/>
        </p:nvSpPr>
        <p:spPr>
          <a:xfrm flipH="1">
            <a:off x="-81743" y="1133075"/>
            <a:ext cx="3611465" cy="4010553"/>
          </a:xfrm>
          <a:custGeom>
            <a:rect b="b" l="l" r="r" t="t"/>
            <a:pathLst>
              <a:path extrusionOk="0" h="135172" w="157861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verpass Black"/>
              <a:buNone/>
              <a:defRPr sz="30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772050"/>
            <a:ext cx="7704000" cy="27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02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Relationship Id="rId4" Type="http://schemas.openxmlformats.org/officeDocument/2006/relationships/hyperlink" Target="http://drive.google.com/file/d/1dClYRbmoh8naa55A0jFWZwGWfjA_T4DK/view" TargetMode="External"/><Relationship Id="rId5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Relationship Id="rId4" Type="http://schemas.openxmlformats.org/officeDocument/2006/relationships/hyperlink" Target="http://drive.google.com/file/d/1P1fzYJMd-rWVK3SwOAUrrLQjoAtUq35h/view" TargetMode="External"/><Relationship Id="rId5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Relationship Id="rId4" Type="http://schemas.openxmlformats.org/officeDocument/2006/relationships/hyperlink" Target="http://drive.google.com/file/d/1QgCQbGeSmd1eRosZBOfPtBhXGmA7UMSB/view" TargetMode="External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IFfW6E-pAP3lotmJWa4An1T3_Jo8BXWX/view" TargetMode="External"/><Relationship Id="rId4" Type="http://schemas.openxmlformats.org/officeDocument/2006/relationships/image" Target="../media/image14.jp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://drive.google.com/file/d/1yRFDf2Na2QEDD-Tx3-VCeWzysrWzKb-C/view" TargetMode="External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Relationship Id="rId4" Type="http://schemas.openxmlformats.org/officeDocument/2006/relationships/image" Target="../media/image2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/>
          <p:nvPr>
            <p:ph type="ctrTitle"/>
          </p:nvPr>
        </p:nvSpPr>
        <p:spPr>
          <a:xfrm>
            <a:off x="581000" y="839000"/>
            <a:ext cx="5984700" cy="16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Dog Treat Dispenser - The Blueberry Jam</a:t>
            </a:r>
            <a:endParaRPr/>
          </a:p>
        </p:txBody>
      </p:sp>
      <p:sp>
        <p:nvSpPr>
          <p:cNvPr id="316" name="Google Shape;316;p49"/>
          <p:cNvSpPr txBox="1"/>
          <p:nvPr>
            <p:ph idx="1" type="subTitle"/>
          </p:nvPr>
        </p:nvSpPr>
        <p:spPr>
          <a:xfrm>
            <a:off x="720000" y="3580013"/>
            <a:ext cx="28596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Jake, Jude &amp; Shanmugam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Overview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1700"/>
              <a:t>Ryan, a spinal cord injury survivor, has limited mobility and uses a motorized wheelchair.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1700"/>
              <a:t>He enjoys outdoor activities with his service dog, Oliver, but has difficulty managing and dispensing dog treats independently.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1700"/>
              <a:t>Current treat storage methods are inconvenient and prone to spills. 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-GB" sz="1700"/>
              <a:t>There is a need for a </a:t>
            </a:r>
            <a:r>
              <a:rPr b="1" lang="en-GB" sz="1700"/>
              <a:t>portable</a:t>
            </a:r>
            <a:r>
              <a:rPr lang="en-GB" sz="1700"/>
              <a:t>, </a:t>
            </a:r>
            <a:r>
              <a:rPr b="1" lang="en-GB" sz="1700"/>
              <a:t>wheelchair-compatible</a:t>
            </a:r>
            <a:r>
              <a:rPr lang="en-GB" sz="1700"/>
              <a:t> device that allows Ryan to easily </a:t>
            </a:r>
            <a:r>
              <a:rPr b="1" lang="en-GB" sz="1700"/>
              <a:t>store</a:t>
            </a:r>
            <a:r>
              <a:rPr lang="en-GB" sz="1700"/>
              <a:t>, </a:t>
            </a:r>
            <a:r>
              <a:rPr b="1" lang="en-GB" sz="1700"/>
              <a:t>carry</a:t>
            </a:r>
            <a:r>
              <a:rPr lang="en-GB" sz="1700"/>
              <a:t>, and </a:t>
            </a:r>
            <a:r>
              <a:rPr b="1" lang="en-GB" sz="1700"/>
              <a:t>dispense </a:t>
            </a:r>
            <a:r>
              <a:rPr lang="en-GB" sz="1700"/>
              <a:t>dog treats in a </a:t>
            </a:r>
            <a:r>
              <a:rPr b="1" lang="en-GB" sz="1700"/>
              <a:t>controlled</a:t>
            </a:r>
            <a:r>
              <a:rPr lang="en-GB" sz="1700"/>
              <a:t>, </a:t>
            </a:r>
            <a:r>
              <a:rPr b="1" lang="en-GB" sz="1700"/>
              <a:t>accessible </a:t>
            </a:r>
            <a:r>
              <a:rPr lang="en-GB" sz="1700"/>
              <a:t>way.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title"/>
          </p:nvPr>
        </p:nvSpPr>
        <p:spPr>
          <a:xfrm>
            <a:off x="564776" y="260100"/>
            <a:ext cx="804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Critical User &amp; Engineering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8" name="Google Shape;328;p51"/>
          <p:cNvGraphicFramePr/>
          <p:nvPr/>
        </p:nvGraphicFramePr>
        <p:xfrm>
          <a:off x="760150" y="95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{13AD84D8-8AE9-42AE-A4E8-408080023D1B}</a:tableStyleId>
              </a:tblPr>
              <a:tblGrid>
                <a:gridCol w="3682375"/>
                <a:gridCol w="3941300"/>
              </a:tblGrid>
              <a:tr h="37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User Need</a:t>
                      </a:r>
                      <a:endParaRPr b="1"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Engineering Requirement</a:t>
                      </a:r>
                      <a:endParaRPr b="1"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Ryan should be able to use wheelchair comfortably and unobstructed. 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Width is maximum 6 cm greater than width of arm rest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The device dispenses to his hand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Falls within a 3 inch diameter area repeatedly 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Device needs to be easily activated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 be done in two steps or less and with 10N or less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Device has </a:t>
                      </a: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adequate</a:t>
                      </a: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capacity for a whole day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At least a half cup of treats can be stored and dispensed without refilling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416750" y="31500"/>
            <a:ext cx="84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Secondary User &amp; Engineering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4" name="Google Shape;334;p52"/>
          <p:cNvGraphicFramePr/>
          <p:nvPr/>
        </p:nvGraphicFramePr>
        <p:xfrm>
          <a:off x="760150" y="72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{13AD84D8-8AE9-42AE-A4E8-408080023D1B}</a:tableStyleId>
              </a:tblPr>
              <a:tblGrid>
                <a:gridCol w="3682375"/>
                <a:gridCol w="3941300"/>
              </a:tblGrid>
              <a:tr h="37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User Need</a:t>
                      </a:r>
                      <a:endParaRPr b="1"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Engineering Requirement</a:t>
                      </a:r>
                      <a:endParaRPr b="1"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The device is cleanable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Material can withstand water/soap/abrasion over the course of time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Plastics used are number 1, 2, 4, 5 or 7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Device is aesthetically pleasing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The color matches the wheelchair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8/10 people rate as aesthetically pleasing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Device can be easily attached and detached from the wheelchair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Can be detached/attached in two steps or less.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The device is easily fillable/refillable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Lid </a:t>
                      </a: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detaches</a:t>
                      </a:r>
                      <a:r>
                        <a:rPr lang="en-GB" sz="1300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in one step</a:t>
                      </a:r>
                      <a:endParaRPr sz="1300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Existing Products in the Market</a:t>
            </a:r>
            <a:endParaRPr/>
          </a:p>
        </p:txBody>
      </p:sp>
      <p:pic>
        <p:nvPicPr>
          <p:cNvPr id="340" name="Google Shape;3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425" y="1248875"/>
            <a:ext cx="1627203" cy="1627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0323" y="3727900"/>
            <a:ext cx="1940600" cy="111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4675" y="1248875"/>
            <a:ext cx="2214651" cy="221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0127" y="3212524"/>
            <a:ext cx="2169600" cy="16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>
            <p:ph type="title"/>
          </p:nvPr>
        </p:nvSpPr>
        <p:spPr>
          <a:xfrm>
            <a:off x="6438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#1: Button Activated</a:t>
            </a:r>
            <a:endParaRPr/>
          </a:p>
        </p:txBody>
      </p:sp>
      <p:sp>
        <p:nvSpPr>
          <p:cNvPr id="349" name="Google Shape;349;p54"/>
          <p:cNvSpPr txBox="1"/>
          <p:nvPr>
            <p:ph idx="1" type="body"/>
          </p:nvPr>
        </p:nvSpPr>
        <p:spPr>
          <a:xfrm>
            <a:off x="110400" y="1244325"/>
            <a:ext cx="830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Ideation:</a:t>
            </a:r>
            <a:endParaRPr b="1" sz="1600"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 sz="1600"/>
              <a:t>Candy dispenser mechanism                  Soap dispenser </a:t>
            </a:r>
            <a:r>
              <a:rPr b="1" lang="en-GB" sz="1600"/>
              <a:t>ergonomics</a:t>
            </a:r>
            <a:r>
              <a:rPr b="1" lang="en-GB" sz="1600"/>
              <a:t> 	     		</a:t>
            </a:r>
            <a:r>
              <a:rPr b="1" lang="en-GB" sz="1600"/>
              <a:t>Sketch</a:t>
            </a:r>
            <a:endParaRPr b="1" sz="1600"/>
          </a:p>
        </p:txBody>
      </p:sp>
      <p:pic>
        <p:nvPicPr>
          <p:cNvPr id="350" name="Google Shape;3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55" y="2208250"/>
            <a:ext cx="3602395" cy="270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6088" y="22082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4" title="IMG_A18B40767901-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6300" y="2153300"/>
            <a:ext cx="2434676" cy="204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/>
          <p:nvPr>
            <p:ph type="title"/>
          </p:nvPr>
        </p:nvSpPr>
        <p:spPr>
          <a:xfrm>
            <a:off x="1024800" y="159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#1: Button Activated</a:t>
            </a:r>
            <a:endParaRPr/>
          </a:p>
        </p:txBody>
      </p:sp>
      <p:sp>
        <p:nvSpPr>
          <p:cNvPr id="358" name="Google Shape;358;p55"/>
          <p:cNvSpPr txBox="1"/>
          <p:nvPr>
            <p:ph idx="1" type="body"/>
          </p:nvPr>
        </p:nvSpPr>
        <p:spPr>
          <a:xfrm>
            <a:off x="4516925" y="1112700"/>
            <a:ext cx="4212000" cy="29433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Overpass"/>
                <a:ea typeface="Overpass"/>
                <a:cs typeface="Overpass"/>
                <a:sym typeface="Overpass"/>
              </a:rPr>
              <a:t>Pros:</a:t>
            </a:r>
            <a:endParaRPr b="1"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R</a:t>
            </a: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equires minimal dexterity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Single m</a:t>
            </a: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o</a:t>
            </a: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tion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Dispenses directly to hand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600">
                <a:latin typeface="Overpass"/>
                <a:ea typeface="Overpass"/>
                <a:cs typeface="Overpass"/>
                <a:sym typeface="Overpass"/>
              </a:rPr>
              <a:t>Cons:</a:t>
            </a:r>
            <a:endParaRPr b="1"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Jams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Several moving parts (cleanability)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Overpass"/>
              <a:buChar char="-"/>
            </a:pPr>
            <a:r>
              <a:rPr lang="en-GB" sz="1600">
                <a:latin typeface="Overpass"/>
                <a:ea typeface="Overpass"/>
                <a:cs typeface="Overpass"/>
                <a:sym typeface="Overpass"/>
              </a:rPr>
              <a:t>Requires some force from the user</a:t>
            </a:r>
            <a:endParaRPr sz="1600"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59" name="Google Shape;359;p55"/>
          <p:cNvPicPr preferRelativeResize="0"/>
          <p:nvPr/>
        </p:nvPicPr>
        <p:blipFill rotWithShape="1">
          <a:blip r:embed="rId3">
            <a:alphaModFix/>
          </a:blip>
          <a:srcRect b="6738" l="16790" r="12339" t="26613"/>
          <a:stretch/>
        </p:blipFill>
        <p:spPr>
          <a:xfrm>
            <a:off x="1127325" y="901550"/>
            <a:ext cx="2992349" cy="21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5" title="IMG_5194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627" y="3186800"/>
            <a:ext cx="3078000" cy="173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type="title"/>
          </p:nvPr>
        </p:nvSpPr>
        <p:spPr>
          <a:xfrm>
            <a:off x="1024800" y="159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#1: Lever Activated</a:t>
            </a:r>
            <a:endParaRPr/>
          </a:p>
        </p:txBody>
      </p:sp>
      <p:sp>
        <p:nvSpPr>
          <p:cNvPr id="366" name="Google Shape;366;p56"/>
          <p:cNvSpPr txBox="1"/>
          <p:nvPr/>
        </p:nvSpPr>
        <p:spPr>
          <a:xfrm>
            <a:off x="114000" y="879050"/>
            <a:ext cx="89160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Ideation:</a:t>
            </a:r>
            <a:endParaRPr b="1" sz="16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Gumball machine mechanism                 	 Lever driven     		                              Sketch</a:t>
            </a:r>
            <a:endParaRPr b="1" sz="16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67" name="Google Shape;36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601" y="191405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6" title="En Design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976" y="1914050"/>
            <a:ext cx="2536623" cy="269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6"/>
          <p:cNvPicPr preferRelativeResize="0"/>
          <p:nvPr/>
        </p:nvPicPr>
        <p:blipFill rotWithShape="1">
          <a:blip r:embed="rId5">
            <a:alphaModFix/>
          </a:blip>
          <a:srcRect b="0" l="11910" r="0" t="0"/>
          <a:stretch/>
        </p:blipFill>
        <p:spPr>
          <a:xfrm>
            <a:off x="113999" y="1909000"/>
            <a:ext cx="3473700" cy="22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7"/>
          <p:cNvSpPr txBox="1"/>
          <p:nvPr>
            <p:ph type="title"/>
          </p:nvPr>
        </p:nvSpPr>
        <p:spPr>
          <a:xfrm>
            <a:off x="1024800" y="387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#2: Lever Activated </a:t>
            </a:r>
            <a:endParaRPr/>
          </a:p>
        </p:txBody>
      </p:sp>
      <p:sp>
        <p:nvSpPr>
          <p:cNvPr id="375" name="Google Shape;375;p57"/>
          <p:cNvSpPr txBox="1"/>
          <p:nvPr>
            <p:ph idx="1" type="body"/>
          </p:nvPr>
        </p:nvSpPr>
        <p:spPr>
          <a:xfrm>
            <a:off x="4652350" y="1188900"/>
            <a:ext cx="4230900" cy="3187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Pros: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Minimal dexterity and force input due to lever arm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Few jams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Single motion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Cons:</a:t>
            </a:r>
            <a:endParaRPr b="1"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Requires 2 hands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Larger volume (harder to attach)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Several moving parts (cleanability)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76" name="Google Shape;37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00" y="1188900"/>
            <a:ext cx="2240497" cy="2987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7" title="IMG_5201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099" y="1188900"/>
            <a:ext cx="1792843" cy="318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#3: Plunger</a:t>
            </a:r>
            <a:endParaRPr/>
          </a:p>
        </p:txBody>
      </p:sp>
      <p:sp>
        <p:nvSpPr>
          <p:cNvPr id="383" name="Google Shape;383;p58"/>
          <p:cNvSpPr txBox="1"/>
          <p:nvPr>
            <p:ph idx="1" type="body"/>
          </p:nvPr>
        </p:nvSpPr>
        <p:spPr>
          <a:xfrm>
            <a:off x="110400" y="1244325"/>
            <a:ext cx="830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Ideation:</a:t>
            </a:r>
            <a:endParaRPr b="1" sz="1600"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-GB" sz="1600"/>
              <a:t>Possibly lead screw driven?                 Prioritize pinching motion	     		 Sketch</a:t>
            </a:r>
            <a:endParaRPr b="1" sz="1600"/>
          </a:p>
        </p:txBody>
      </p:sp>
      <p:pic>
        <p:nvPicPr>
          <p:cNvPr id="384" name="Google Shape;38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13" y="2307900"/>
            <a:ext cx="2847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13" y="2309813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8" title="IMG_173FFF25670E-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0775" y="2083728"/>
            <a:ext cx="2070924" cy="287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9"/>
          <p:cNvSpPr txBox="1"/>
          <p:nvPr>
            <p:ph type="title"/>
          </p:nvPr>
        </p:nvSpPr>
        <p:spPr>
          <a:xfrm>
            <a:off x="720000" y="159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 #3: Plunger</a:t>
            </a:r>
            <a:endParaRPr/>
          </a:p>
        </p:txBody>
      </p:sp>
      <p:sp>
        <p:nvSpPr>
          <p:cNvPr id="392" name="Google Shape;392;p59"/>
          <p:cNvSpPr txBox="1"/>
          <p:nvPr>
            <p:ph idx="1" type="body"/>
          </p:nvPr>
        </p:nvSpPr>
        <p:spPr>
          <a:xfrm>
            <a:off x="4874850" y="1159475"/>
            <a:ext cx="3822000" cy="2849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Pros:</a:t>
            </a:r>
            <a:endParaRPr b="1"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User can pinch treat with thumb and forefinger (as requested)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Few parts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Cons:</a:t>
            </a:r>
            <a:endParaRPr b="1"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Long travel distance (possible error)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Multiple motions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Requires some dexterity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verpass"/>
              <a:buChar char="-"/>
            </a:pP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Goofy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393" name="Google Shape;393;p59"/>
          <p:cNvPicPr preferRelativeResize="0"/>
          <p:nvPr/>
        </p:nvPicPr>
        <p:blipFill rotWithShape="1">
          <a:blip r:embed="rId3">
            <a:alphaModFix/>
          </a:blip>
          <a:srcRect b="32824" l="28352" r="30683" t="25743"/>
          <a:stretch/>
        </p:blipFill>
        <p:spPr>
          <a:xfrm>
            <a:off x="1072075" y="891150"/>
            <a:ext cx="2852700" cy="216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9" title="IMG_5198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075" y="3234066"/>
            <a:ext cx="2852702" cy="1604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Medium Fidelity Prototype #1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0"/>
          <p:cNvSpPr txBox="1"/>
          <p:nvPr>
            <p:ph idx="1" type="subTitle"/>
          </p:nvPr>
        </p:nvSpPr>
        <p:spPr>
          <a:xfrm>
            <a:off x="3420975" y="1453775"/>
            <a:ext cx="3940500" cy="1023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Pros: </a:t>
            </a: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Easy to activate, collect and clean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Cons: </a:t>
            </a:r>
            <a:r>
              <a:rPr lang="en-GB" sz="16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Jams!</a:t>
            </a:r>
            <a:endParaRPr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401" name="Google Shape;401;p60" title="Screenshot 2025-04-29 at 1.09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20450"/>
            <a:ext cx="2237349" cy="29580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02" name="Google Shape;402;p60"/>
          <p:cNvCxnSpPr/>
          <p:nvPr/>
        </p:nvCxnSpPr>
        <p:spPr>
          <a:xfrm rot="10800000">
            <a:off x="2455275" y="2725150"/>
            <a:ext cx="2251200" cy="6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60"/>
          <p:cNvCxnSpPr/>
          <p:nvPr/>
        </p:nvCxnSpPr>
        <p:spPr>
          <a:xfrm rot="10800000">
            <a:off x="1854175" y="3718275"/>
            <a:ext cx="1813200" cy="50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60"/>
          <p:cNvSpPr txBox="1"/>
          <p:nvPr/>
        </p:nvSpPr>
        <p:spPr>
          <a:xfrm>
            <a:off x="3667375" y="4098250"/>
            <a:ext cx="947400" cy="31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Treat Basket</a:t>
            </a:r>
            <a:endParaRPr sz="1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05" name="Google Shape;405;p60"/>
          <p:cNvSpPr txBox="1"/>
          <p:nvPr/>
        </p:nvSpPr>
        <p:spPr>
          <a:xfrm>
            <a:off x="4706475" y="3242150"/>
            <a:ext cx="1624800" cy="63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This metal mount connects the </a:t>
            </a: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wheelchair armrest </a:t>
            </a: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 to our </a:t>
            </a: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funnel</a:t>
            </a:r>
            <a:endParaRPr sz="1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Medium Fidelity 2: The Anti Jammer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1"/>
          <p:cNvSpPr txBox="1"/>
          <p:nvPr>
            <p:ph idx="1" type="subTitle"/>
          </p:nvPr>
        </p:nvSpPr>
        <p:spPr>
          <a:xfrm>
            <a:off x="3420975" y="1453775"/>
            <a:ext cx="4195800" cy="1211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Pros: </a:t>
            </a:r>
            <a:r>
              <a:rPr lang="en-GB" sz="15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Counter-acts jamming effect</a:t>
            </a:r>
            <a:endParaRPr sz="15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Cons: </a:t>
            </a:r>
            <a:r>
              <a:rPr lang="en-GB" sz="15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More complex mechanism, harder to clean, greater space requirements</a:t>
            </a:r>
            <a:endParaRPr sz="15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412" name="Google Shape;412;p61" title="IMG_855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50" y="1389474"/>
            <a:ext cx="1863475" cy="331285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3" name="Google Shape;413;p61" title="Screenshot 2025-04-29 at 1.09.4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9500" y="3014675"/>
            <a:ext cx="2063350" cy="16876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14" name="Google Shape;414;p61"/>
          <p:cNvCxnSpPr/>
          <p:nvPr/>
        </p:nvCxnSpPr>
        <p:spPr>
          <a:xfrm flipH="1">
            <a:off x="4385075" y="3210025"/>
            <a:ext cx="1442100" cy="3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61"/>
          <p:cNvSpPr txBox="1"/>
          <p:nvPr/>
        </p:nvSpPr>
        <p:spPr>
          <a:xfrm>
            <a:off x="5827175" y="3069175"/>
            <a:ext cx="1624800" cy="94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Funnel now is on a separate track, allowing to move, generating a “shake” with each button press</a:t>
            </a:r>
            <a:endParaRPr sz="1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Current Model</a:t>
            </a:r>
            <a:endParaRPr/>
          </a:p>
        </p:txBody>
      </p:sp>
      <p:pic>
        <p:nvPicPr>
          <p:cNvPr id="421" name="Google Shape;421;p62" title="Screenshot 2025-04-30 at 10.55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07400"/>
            <a:ext cx="2113325" cy="28006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2" name="Google Shape;422;p62" title="Screenshot 2025-04-30 at 11.17.2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075" y="1407400"/>
            <a:ext cx="2708175" cy="27442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3" name="Google Shape;423;p62" title="ME40 Project 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1550" y="1478575"/>
            <a:ext cx="2828950" cy="212171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63" title="Screenshot 2025-04-30 at 10.57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75" y="0"/>
            <a:ext cx="5059141" cy="5094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29" name="Google Shape;429;p63"/>
          <p:cNvCxnSpPr/>
          <p:nvPr/>
        </p:nvCxnSpPr>
        <p:spPr>
          <a:xfrm rot="10800000">
            <a:off x="3431600" y="2753350"/>
            <a:ext cx="769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63"/>
          <p:cNvCxnSpPr/>
          <p:nvPr/>
        </p:nvCxnSpPr>
        <p:spPr>
          <a:xfrm rot="10800000">
            <a:off x="2165650" y="2630500"/>
            <a:ext cx="288600" cy="245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63"/>
          <p:cNvCxnSpPr/>
          <p:nvPr/>
        </p:nvCxnSpPr>
        <p:spPr>
          <a:xfrm rot="10800000">
            <a:off x="1749175" y="2450850"/>
            <a:ext cx="464700" cy="32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2" name="Google Shape;432;p63" title="Screenshot 2025-04-30 at 10.57.26 AM.png"/>
          <p:cNvPicPr preferRelativeResize="0"/>
          <p:nvPr/>
        </p:nvPicPr>
        <p:blipFill rotWithShape="1">
          <a:blip r:embed="rId3">
            <a:alphaModFix/>
          </a:blip>
          <a:srcRect b="31021" l="41169" r="36662" t="36271"/>
          <a:stretch/>
        </p:blipFill>
        <p:spPr>
          <a:xfrm>
            <a:off x="6179675" y="697325"/>
            <a:ext cx="2034974" cy="302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3" name="Google Shape;433;p63"/>
          <p:cNvSpPr/>
          <p:nvPr/>
        </p:nvSpPr>
        <p:spPr>
          <a:xfrm>
            <a:off x="6940775" y="854575"/>
            <a:ext cx="857400" cy="1049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4" name="Google Shape;434;p63"/>
          <p:cNvSpPr/>
          <p:nvPr/>
        </p:nvSpPr>
        <p:spPr>
          <a:xfrm>
            <a:off x="6420175" y="2045500"/>
            <a:ext cx="464700" cy="585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5" name="Google Shape;435;p63"/>
          <p:cNvSpPr txBox="1"/>
          <p:nvPr/>
        </p:nvSpPr>
        <p:spPr>
          <a:xfrm>
            <a:off x="6384763" y="3835025"/>
            <a:ext cx="1624800" cy="63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Overpass"/>
                <a:ea typeface="Overpass"/>
                <a:cs typeface="Overpass"/>
                <a:sym typeface="Overpass"/>
              </a:rPr>
              <a:t>When these holes line up, only one treat will fall through.</a:t>
            </a:r>
            <a:endParaRPr sz="1000">
              <a:solidFill>
                <a:schemeClr val="dk2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64" title="IMG_63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0582" y="744250"/>
            <a:ext cx="2786016" cy="3849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4" title="IMG_63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975" y="744252"/>
            <a:ext cx="2886924" cy="384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Directions</a:t>
            </a:r>
            <a:endParaRPr/>
          </a:p>
        </p:txBody>
      </p:sp>
      <p:sp>
        <p:nvSpPr>
          <p:cNvPr id="447" name="Google Shape;447;p65"/>
          <p:cNvSpPr txBox="1"/>
          <p:nvPr>
            <p:ph idx="1" type="body"/>
          </p:nvPr>
        </p:nvSpPr>
        <p:spPr>
          <a:xfrm>
            <a:off x="720000" y="1152475"/>
            <a:ext cx="7834200" cy="21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Ensure materials are food-safe, durable, and rust/water resistant 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Improve form factor, make entire mechanism more efficient and smaller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Increase treat storage capacity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Improve tolerances for mounting mechanism to improve the process of sliding it in and out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Improve aesthetics as per Ryan’s preferences 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verpass"/>
              <a:buAutoNum type="arabicPeriod"/>
            </a:pPr>
            <a:r>
              <a:rPr lang="en-GB" sz="1400">
                <a:latin typeface="Overpass"/>
                <a:ea typeface="Overpass"/>
                <a:cs typeface="Overpass"/>
                <a:sym typeface="Overpass"/>
              </a:rPr>
              <a:t>Improve hopper geometry to further decrease jams</a:t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ublic Consulting XL by Slidesgo">
  <a:themeElements>
    <a:clrScheme name="Simple Light">
      <a:dk1>
        <a:srgbClr val="878CF0"/>
      </a:dk1>
      <a:lt1>
        <a:srgbClr val="E7E2F2"/>
      </a:lt1>
      <a:dk2>
        <a:srgbClr val="20124D"/>
      </a:dk2>
      <a:lt2>
        <a:srgbClr val="F6F2FF"/>
      </a:lt2>
      <a:accent1>
        <a:srgbClr val="D66565"/>
      </a:accent1>
      <a:accent2>
        <a:srgbClr val="FBD15B"/>
      </a:accent2>
      <a:accent3>
        <a:srgbClr val="56548C"/>
      </a:accent3>
      <a:accent4>
        <a:srgbClr val="67659C"/>
      </a:accent4>
      <a:accent5>
        <a:srgbClr val="B1B2F3"/>
      </a:accent5>
      <a:accent6>
        <a:srgbClr val="FFC8AF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